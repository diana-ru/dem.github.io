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7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4.png" ContentType="image/png"/>
  <Override PartName="/ppt/media/image3.jpeg" ContentType="image/jpeg"/>
  <Override PartName="/ppt/media/image5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9" r:id="rId6"/>
    <p:sldMasterId id="2147483661" r:id="rId7"/>
    <p:sldMasterId id="2147483663" r:id="rId8"/>
    <p:sldMasterId id="2147483665" r:id="rId9"/>
    <p:sldMasterId id="2147483667" r:id="rId10"/>
    <p:sldMasterId id="2147483669" r:id="rId11"/>
    <p:sldMasterId id="2147483671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9822A0-DCF6-4F73-BACA-EAEF6778D1E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669C23-E17D-48D5-81C1-AFA64AF706F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2074138-1EB3-4C9C-9766-984E82CA819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3E03565-B2C3-4D7F-A9BE-AEC8B5ADB91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5617FF4-AB50-4712-83D7-9F76EFBA509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35B0908-B717-4E0B-A9A1-D8649A8F0B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4D9045D-16CF-48BB-A891-36708CD918C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F8F16029-E429-4854-9025-496E4AE4696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4A085A09-A9D6-4D9B-B247-69C111F8B75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5D1725A5-06AE-40F0-8E72-930D0386677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60BE2AB9-BA50-4C34-9BD5-79A06DC9D4A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B52245DA-E77A-4BC2-A022-395834E4238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BDE47E7B-7D09-4B58-A198-838C7D67E60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20FA0005-5F70-44F5-B146-778A37546CF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8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9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10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11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2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3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6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7778C3-2630-403E-B2E5-CA13D19E2E14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Для правки структуры щёлкните мышью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 структуры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3AE6F8-E83A-4C84-9B3D-A8ECEF22D762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46D6EC-90C7-484C-877B-7B150F0332F4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0DF08C-B26F-4682-ADCD-2DBA41004180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  <p:sldLayoutId id="2147483656" r:id="rId3"/>
    <p:sldLayoutId id="2147483657" r:id="rId4"/>
    <p:sldLayoutId id="2147483658" r:id="rId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60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6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Образец текста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E1664D-9A0E-4B94-B0CF-2C39216D7BFB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B3F429-4C67-4D1C-8D1A-2985B739D136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7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6CBF8B-E5E7-45F5-98B5-01F4ED03FD18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F0C8FD-FCB5-4E05-8741-D3FC55B8AB43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BB04DD-9533-4EAE-8E7D-3837C56D03E8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156CE6-E154-4CCD-8DD8-A484CBB0E231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 структуры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 структуры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"/>
              </a:rPr>
              <a:t>Четвёртый уровень структуры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"/>
              </a:rPr>
              <a:t>Пятый уровень структуры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"/>
              </a:rPr>
              <a:t>Шестой уровень структуры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"/>
              </a:rPr>
              <a:t>Седьмой уровень структуры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F3E370-6EA2-4A6A-AE89-FB720579322A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trike="noStrike" u="none">
                <a:solidFill>
                  <a:schemeClr val="dk1"/>
                </a:solidFill>
                <a:uFillTx/>
                <a:latin typeface="Calibri Light"/>
              </a:rPr>
              <a:t>Сайт</a:t>
            </a:r>
            <a:r>
              <a:rPr b="0" lang="en-US" sz="6000" strike="noStrike" u="none">
                <a:solidFill>
                  <a:schemeClr val="dk1"/>
                </a:solidFill>
                <a:uFillTx/>
                <a:latin typeface="Calibri Light"/>
              </a:rPr>
              <a:t>. </a:t>
            </a:r>
            <a:r>
              <a:rPr b="0" lang="ru-RU" sz="6000" strike="noStrike" u="none">
                <a:solidFill>
                  <a:schemeClr val="dk1"/>
                </a:solidFill>
                <a:uFillTx/>
                <a:latin typeface="Calibri Light"/>
              </a:rPr>
              <a:t>Кроссворды</a:t>
            </a:r>
            <a:endParaRPr b="0" lang="ru-RU" sz="6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Изменение сайта друга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71" name="Рисунок 6" descr=""/>
          <p:cNvPicPr/>
          <p:nvPr/>
        </p:nvPicPr>
        <p:blipFill>
          <a:blip r:embed="rId1"/>
          <a:stretch/>
        </p:blipFill>
        <p:spPr>
          <a:xfrm>
            <a:off x="838080" y="2610720"/>
            <a:ext cx="2958840" cy="302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extBox 8"/>
          <p:cNvSpPr/>
          <p:nvPr/>
        </p:nvSpPr>
        <p:spPr>
          <a:xfrm>
            <a:off x="838080" y="1579320"/>
            <a:ext cx="29588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arenR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Нажать на 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иконку с 3 палочками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" name="TextBox 9"/>
          <p:cNvSpPr/>
          <p:nvPr/>
        </p:nvSpPr>
        <p:spPr>
          <a:xfrm>
            <a:off x="3942720" y="1579320"/>
            <a:ext cx="2315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2) Выбрать 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Home 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4" name="Рисунок 13" descr=""/>
          <p:cNvPicPr/>
          <p:nvPr/>
        </p:nvPicPr>
        <p:blipFill>
          <a:blip r:embed="rId2"/>
          <a:stretch/>
        </p:blipFill>
        <p:spPr>
          <a:xfrm>
            <a:off x="4054680" y="2610720"/>
            <a:ext cx="3616200" cy="302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TextBox 14"/>
          <p:cNvSpPr/>
          <p:nvPr/>
        </p:nvSpPr>
        <p:spPr>
          <a:xfrm>
            <a:off x="7813800" y="1579320"/>
            <a:ext cx="40611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3) 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Должны увидеть свой репозиторий и репозиторий друга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6" name="Рисунок 16" descr=""/>
          <p:cNvPicPr/>
          <p:nvPr/>
        </p:nvPicPr>
        <p:blipFill>
          <a:blip r:embed="rId3"/>
          <a:stretch/>
        </p:blipFill>
        <p:spPr>
          <a:xfrm>
            <a:off x="8028000" y="2534400"/>
            <a:ext cx="2718360" cy="4195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78" name="" descr=""/>
          <p:cNvPicPr/>
          <p:nvPr/>
        </p:nvPicPr>
        <p:blipFill>
          <a:blip r:embed="rId1"/>
          <a:stretch/>
        </p:blipFill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0" y="38160"/>
            <a:ext cx="12191760" cy="89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4) Перейдите в репозиторий друга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0" name="Заголовок 1"/>
          <p:cNvSpPr/>
          <p:nvPr/>
        </p:nvSpPr>
        <p:spPr>
          <a:xfrm>
            <a:off x="0" y="918000"/>
            <a:ext cx="12191760" cy="25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77500" lnSpcReduction="19999"/>
          </a:bodyPr>
          <a:p>
            <a:pPr defTabSz="914400">
              <a:lnSpc>
                <a:spcPct val="90000"/>
              </a:lnSpc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5) 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О</a:t>
            </a: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ткройте 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qwen. </a:t>
            </a: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Самостоятельно напишите запрос в 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qwen, </a:t>
            </a: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который подготовит Вам файл на языке 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html. </a:t>
            </a: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В файле должен быть код по созданию кроссворда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 </a:t>
            </a: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в графическом виде 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н</a:t>
            </a: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а новогоднюю тему из 10 русских слов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, </a:t>
            </a: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которые Вы определяете самостоятельно заранее в запросе для 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qwen.</a:t>
            </a: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" name="Заголовок 1"/>
          <p:cNvSpPr/>
          <p:nvPr/>
        </p:nvSpPr>
        <p:spPr>
          <a:xfrm>
            <a:off x="0" y="3396240"/>
            <a:ext cx="12191760" cy="158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77500" lnSpcReduction="19999"/>
          </a:bodyPr>
          <a:p>
            <a:pPr defTabSz="914400">
              <a:lnSpc>
                <a:spcPct val="90000"/>
              </a:lnSpc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6) Файл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, </a:t>
            </a: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который создаст 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Qwen </a:t>
            </a: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необходимо сохранить в текстовом редакторе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.</a:t>
            </a: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 Поэтому спросите у 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qwen, к</a:t>
            </a: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ак в A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stra Linux (</a:t>
            </a: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астра линукс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)</a:t>
            </a: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 запустить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/</a:t>
            </a: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открыть редактор 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Kate</a:t>
            </a: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" name="Заголовок 1"/>
          <p:cNvSpPr/>
          <p:nvPr/>
        </p:nvSpPr>
        <p:spPr>
          <a:xfrm>
            <a:off x="0" y="4999680"/>
            <a:ext cx="12191760" cy="89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92500" lnSpcReduction="9999"/>
          </a:bodyPr>
          <a:p>
            <a:pPr defTabSz="914400">
              <a:lnSpc>
                <a:spcPct val="90000"/>
              </a:lnSpc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7) Скопируйте код с кроссвордом из 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qwen</a:t>
            </a: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" name="Заголовок 1"/>
          <p:cNvSpPr/>
          <p:nvPr/>
        </p:nvSpPr>
        <p:spPr>
          <a:xfrm>
            <a:off x="0" y="5964480"/>
            <a:ext cx="12191760" cy="89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70000" lnSpcReduction="19999"/>
          </a:bodyPr>
          <a:p>
            <a:pPr defTabSz="914400">
              <a:lnSpc>
                <a:spcPct val="90000"/>
              </a:lnSpc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8</a:t>
            </a: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) Сохраните файл с кроссвордом в своей домашней директории под именем 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krossvordRU.html</a:t>
            </a: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0" y="95040"/>
            <a:ext cx="12191760" cy="21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19999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9)Повторите предыдущие действия с 5 по 8 для создания файла  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krossvordEN.html </a:t>
            </a: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с кодом по генерации кроссворда из 5 слов на новогоднюю тему из английского языка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5" name="Заголовок 1"/>
          <p:cNvSpPr/>
          <p:nvPr/>
        </p:nvSpPr>
        <p:spPr>
          <a:xfrm>
            <a:off x="0" y="2199960"/>
            <a:ext cx="12191760" cy="14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5000" lnSpcReduction="19999"/>
          </a:bodyPr>
          <a:p>
            <a:pPr defTabSz="914400">
              <a:lnSpc>
                <a:spcPct val="90000"/>
              </a:lnSpc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10) Загрузите на сайт друга оба своих кроссворда:</a:t>
            </a: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Add file / Upload file</a:t>
            </a: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86" name="Рисунок 6" descr=""/>
          <p:cNvPicPr/>
          <p:nvPr/>
        </p:nvPicPr>
        <p:blipFill>
          <a:blip r:embed="rId1"/>
          <a:stretch/>
        </p:blipFill>
        <p:spPr>
          <a:xfrm>
            <a:off x="0" y="3633840"/>
            <a:ext cx="7772040" cy="122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Заголовок 1"/>
          <p:cNvSpPr/>
          <p:nvPr/>
        </p:nvSpPr>
        <p:spPr>
          <a:xfrm>
            <a:off x="0" y="5100480"/>
            <a:ext cx="12191760" cy="14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55000" lnSpcReduction="19999"/>
          </a:bodyPr>
          <a:p>
            <a:pPr defTabSz="914400">
              <a:lnSpc>
                <a:spcPct val="90000"/>
              </a:lnSpc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11</a:t>
            </a: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) Отредактируйте файл i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ndex</a:t>
            </a: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.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html, </a:t>
            </a: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добавив в него оба кроссворда:</a:t>
            </a: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внутри тега 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&lt;body&gt; </a:t>
            </a: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создать для каждого кроссворда по строке – </a:t>
            </a: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0" lang="en" sz="4400" strike="noStrike" u="none">
                <a:solidFill>
                  <a:schemeClr val="dk1"/>
                </a:solidFill>
                <a:uFillTx/>
                <a:latin typeface="Calibri Light"/>
              </a:rPr>
              <a:t>&lt;a href="krossvord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RU</a:t>
            </a:r>
            <a:r>
              <a:rPr b="0" lang="en" sz="4400" strike="noStrike" u="none">
                <a:solidFill>
                  <a:schemeClr val="dk1"/>
                </a:solidFill>
                <a:uFillTx/>
                <a:latin typeface="Calibri Light"/>
              </a:rPr>
              <a:t>.html"&gt;</a:t>
            </a: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Русский кроссворд&lt;/</a:t>
            </a:r>
            <a:r>
              <a:rPr b="0" lang="en" sz="4400" strike="noStrike" u="none">
                <a:solidFill>
                  <a:schemeClr val="dk1"/>
                </a:solidFill>
                <a:uFillTx/>
                <a:latin typeface="Calibri Light"/>
              </a:rPr>
              <a:t>a&gt;</a:t>
            </a: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0" y="38160"/>
            <a:ext cx="12191760" cy="103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19999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12) Попросите друга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 </a:t>
            </a: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адрес его сайта и откройте его сайт в броузере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9" name="Заголовок 1"/>
          <p:cNvSpPr/>
          <p:nvPr/>
        </p:nvSpPr>
        <p:spPr>
          <a:xfrm>
            <a:off x="0" y="1211760"/>
            <a:ext cx="12191760" cy="103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92500" lnSpcReduction="19999"/>
          </a:bodyPr>
          <a:p>
            <a:pPr defTabSz="914400">
              <a:lnSpc>
                <a:spcPct val="90000"/>
              </a:lnSpc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13) Проверьте работоспособность своих кроссвордов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 Light"/>
              </a:rPr>
              <a:t>, </a:t>
            </a: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решив их</a:t>
            </a: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91" name="" descr=""/>
          <p:cNvPicPr/>
          <p:nvPr/>
        </p:nvPicPr>
        <p:blipFill>
          <a:blip r:embed="rId1"/>
          <a:stretch/>
        </p:blipFill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677</TotalTime>
  <Application>LibreOffice/24.8.4.2$Linux_X86_64 LibreOffice_project/480$Build-2</Application>
  <AppVersion>15.0000</AppVersion>
  <Words>244</Words>
  <Paragraphs>19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2025-11-23T10:08:48Z</dcterms:created>
  <dc:creator>Елена Демидова</dc:creator>
  <dc:description/>
  <dc:language>ru-RU</dc:language>
  <cp:lastModifiedBy/>
  <dcterms:modified xsi:type="dcterms:W3CDTF">2025-11-29T10:48:13Z</dcterms:modified>
  <cp:revision>25</cp:revision>
  <dc:subject/>
  <dc:title>Сайт. Друзья.Безопасность.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5</vt:i4>
  </property>
</Properties>
</file>